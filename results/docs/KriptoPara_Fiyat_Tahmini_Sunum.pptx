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200400" cy="3200400"/>
          </a:xfrm>
          <a:prstGeom prst="ellipse">
            <a:avLst/>
          </a:prstGeom>
          <a:solidFill>
            <a:srgbClr val="00D4C8">
              <a:alpha val="12000"/>
            </a:srgbClr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011680" cy="2011680"/>
          </a:xfrm>
          <a:prstGeom prst="ellipse">
            <a:avLst/>
          </a:prstGeom>
          <a:solidFill>
            <a:srgbClr val="00D4C8">
              <a:alpha val="20000"/>
            </a:srgbClr>
          </a:solidFill>
          <a:ln w="1270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D3B"/>
          </a:solidFill>
          <a:ln w="12700">
            <a:solidFill>
              <a:srgbClr val="131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MADENCİLİĞİ PROJESİ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 Para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Tahmini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28600" y="2743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Kaynaklı API Entegrasyonu ile Kapsamlı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Veri Toplama ve Ön İşleme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" y="3703320"/>
            <a:ext cx="2743200" cy="68580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703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Ekrem Teyin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210229055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3703320"/>
            <a:ext cx="2743200" cy="68580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703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Rasim Furkan Altuntabak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220229072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3703320"/>
            <a:ext cx="2743200" cy="68580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703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Demirhan Adıgüzel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220229068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4864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Sembol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95728" y="4892040"/>
            <a:ext cx="0" cy="201168"/>
          </a:xfrm>
          <a:prstGeom prst="line">
            <a:avLst/>
          </a:prstGeom>
          <a:noFill/>
          <a:ln w="12700">
            <a:solidFill>
              <a:srgbClr val="1E2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4864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Günlük Veri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36008" y="4892040"/>
            <a:ext cx="0" cy="201168"/>
          </a:xfrm>
          <a:prstGeom prst="line">
            <a:avLst/>
          </a:prstGeom>
          <a:noFill/>
          <a:ln w="12700">
            <a:solidFill>
              <a:srgbClr val="1E2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864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API Kaynağı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76288" y="4892040"/>
            <a:ext cx="0" cy="201168"/>
          </a:xfrm>
          <a:prstGeom prst="line">
            <a:avLst/>
          </a:prstGeom>
          <a:noFill/>
          <a:ln w="12700">
            <a:solidFill>
              <a:srgbClr val="1E2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864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1–4 Tamamlandı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 &amp; Hedefler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kripto para fiyat tahmini?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160520" cy="233172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Problem?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 işlem gören merkezi otorite bağımsız piyasalar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volatilite → makine öğrenmesi için ideal test ortamı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 ve ücretsiz API ekosistemi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üretim kullanımına uygun mimari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343400" cy="233172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Kapsamı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114800" cy="17373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Varlık Kapsamı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majör kripto (BTC, ETH, XRP...)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Ufku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2000 gün (~5.5 yıl)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 Hedefi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 ve T+7 regresyon + sınıflandırma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LSTM, Random Forest,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RMSE, MAE, R², Directional 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3B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28600" y="3566160"/>
            <a:ext cx="8686800" cy="1188720"/>
          </a:xfrm>
          <a:prstGeom prst="rect">
            <a:avLst/>
          </a:prstGeom>
          <a:solidFill>
            <a:srgbClr val="131D3B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3931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 para piyasalarının doğrusal olmayan ve yüksek volatilite içeren yapısını veri madenciliği teknikleriyle sistematik biçimde analiz etmek; makine öğrenmesi ve derin öğrenme modellerinin tahmin performansını karşılaştırmalı olarak değerlendirerek genellenebilirliği yüksek tahmin modelleri geliştirmek.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OptimizedFinancialScraper — Çok katmanlı Python mimarisi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43200" cy="214884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2743200" cy="7315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Birincil Kaynak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7830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Hisse, endeks, emtia, döviz, kripto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+ Ayarlanmış Kapanış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· v8 chart endpoint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214884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05156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İkincil Kaynak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64408" y="17830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majör kripto/USDT pariteler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mum/istek kapasitesi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kalite klines endpoint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743200" cy="214884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05156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 Kaynak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0488" y="17830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 para birimleri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 + Market Cap verileri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api.coingecko.com/api/v3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 Akışı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703320"/>
            <a:ext cx="1325880" cy="43891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03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Sembol Listesi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54480" y="3922776"/>
            <a:ext cx="137160" cy="0"/>
          </a:xfrm>
          <a:prstGeom prst="line">
            <a:avLst/>
          </a:prstGeom>
          <a:noFill/>
          <a:ln w="19050">
            <a:solidFill>
              <a:srgbClr val="00D4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3703320"/>
            <a:ext cx="1325880" cy="438912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3703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Önceliklendirme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3922776"/>
            <a:ext cx="137160" cy="0"/>
          </a:xfrm>
          <a:prstGeom prst="line">
            <a:avLst/>
          </a:prstGeom>
          <a:noFill/>
          <a:ln w="19050">
            <a:solidFill>
              <a:srgbClr val="00D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703320"/>
            <a:ext cx="1325880" cy="438912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703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Çekimi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3922776"/>
            <a:ext cx="137160" cy="0"/>
          </a:xfrm>
          <a:prstGeom prst="line">
            <a:avLst/>
          </a:prstGeom>
          <a:noFill/>
          <a:ln w="19050">
            <a:solidFill>
              <a:srgbClr val="00D4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703320"/>
            <a:ext cx="1325880" cy="438912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03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3922776"/>
            <a:ext cx="137160" cy="0"/>
          </a:xfrm>
          <a:prstGeom prst="line">
            <a:avLst/>
          </a:prstGeom>
          <a:noFill/>
          <a:ln w="19050">
            <a:solidFill>
              <a:srgbClr val="00D4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3703320"/>
            <a:ext cx="1325880" cy="438912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703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06640" y="3922776"/>
            <a:ext cx="137160" cy="0"/>
          </a:xfrm>
          <a:prstGeom prst="line">
            <a:avLst/>
          </a:prstGeom>
          <a:noFill/>
          <a:ln w="19050">
            <a:solidFill>
              <a:srgbClr val="00D4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3703320"/>
            <a:ext cx="1325880" cy="438912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3703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Çıktısı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31720" y="4343400"/>
            <a:ext cx="54864" cy="20116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Sembol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26280" y="4343400"/>
            <a:ext cx="54864" cy="20116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1001+ İşlem Günü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20840" y="4343400"/>
            <a:ext cx="54864" cy="20116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Güncelleme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Analiz (EDA)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setinin istatistiksel ve görsel incelemesi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60520" cy="269748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Değişkenler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960120" cy="329184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490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— Birincil hedef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960120" cy="329184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92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— İkincil hedef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960120" cy="329184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^GSPC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350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— Piyasa korelasyonu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52344"/>
            <a:ext cx="960120" cy="329184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52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GC=F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779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— Güvenli liman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960120" cy="329184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8211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EURUSD=X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3209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EUR/USD — Makroekonomik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343400" cy="269748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Planı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463040"/>
            <a:ext cx="548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490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fiyat grafikleri (2019=100 baz)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892808"/>
            <a:ext cx="548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1920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Kripto-kripto ve kripto-geleneksel varlık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322576"/>
            <a:ext cx="548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350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Dağılım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Q-Q grafikleri, normallik testi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752344"/>
            <a:ext cx="548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7797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Günlük, haftalık, aylık kalıplar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182112"/>
            <a:ext cx="548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2095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 Dönemleri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(2020), FTX çöküşü (2022)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840480"/>
            <a:ext cx="8686800" cy="868680"/>
          </a:xfrm>
          <a:prstGeom prst="rect">
            <a:avLst/>
          </a:prstGeom>
          <a:solidFill>
            <a:srgbClr val="131D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Yapısı: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54480" y="393192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tablo formatı — satırlar tarihleri, kolonlar sembol kapanış fiyatlarını göstermektedir (Date × Symbol matrisi). Bu yapı semboller arası korelasyon analizlerine doğrudan olanak tanımaktadır.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temizleme + modele hazırlık adımları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60520" cy="237744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İçi Otomatik Temizleme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3886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tarih satırlarının kaldırılması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sayısal dönüşüm (pd.to_numeric)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ve negatif fiyat filtresi (Close &gt; 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%300'ü aşan günlük değişim → aykırı değer temizleme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 tutarlılığı zorunlu kılınmaktadır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sonu/tatil günleri: forward-fill uygulaması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343400" cy="105156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Mühendisliği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17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getiri · RSI(14) · MACD · Bollinger Bantları · EMA(7/21/50) · Lag özellikleri (t-1, t-3, t-7) · Hacim tabanlı özellikler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4343400" cy="1234440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ve Normalizasyon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5786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ve nöral ağ modelleri için (0–1)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8254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ve XGBoost modelleri için (z-skor)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07238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Dönüşüm: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çarpık fiyat serileri için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520440"/>
            <a:ext cx="8686800" cy="1234440"/>
          </a:xfrm>
          <a:prstGeom prst="rect">
            <a:avLst/>
          </a:prstGeom>
          <a:solidFill>
            <a:srgbClr val="131D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93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Bölme Stratejisi (Kronolojik — Rastgele DEĞİL)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959352"/>
            <a:ext cx="5212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593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Seti  %70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3959352"/>
            <a:ext cx="138988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95935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  %15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04888" y="3959352"/>
            <a:ext cx="138988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4888" y="395935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%15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ile gerçekçi koşullar simüle edilmektedir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Aşamalar &amp; Zaman Planı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 aşamasına hazır — Hafta 7–9 devam ediyor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54864" cy="6583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353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Tamamlandı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810512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10512"/>
            <a:ext cx="54864" cy="6583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56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157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Tamamlandı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615184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15184"/>
            <a:ext cx="54864" cy="6583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660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Analiz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9626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Tamamlandı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419856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41985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Devam Ediyor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005840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005840"/>
            <a:ext cx="54864" cy="65836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051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1353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Beklemede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1810512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1810512"/>
            <a:ext cx="54864" cy="65836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856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2157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Beklemede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615184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615184"/>
            <a:ext cx="54864" cy="65836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2660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29626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Beklemede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419856"/>
            <a:ext cx="4160520" cy="658368"/>
          </a:xfrm>
          <a:prstGeom prst="rect">
            <a:avLst/>
          </a:prstGeom>
          <a:solidFill>
            <a:srgbClr val="131D3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419856"/>
            <a:ext cx="54864" cy="65836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Rapor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Beklemede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131D3B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4828032"/>
            <a:ext cx="164592" cy="14630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91056" y="4818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 (Aşama 1–3)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23360" y="4828032"/>
            <a:ext cx="16459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42816" y="4818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Ediyor (Hafta 7–9)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75120" y="4828032"/>
            <a:ext cx="164592" cy="146304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4818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Beklemede (Hafta 10–15)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Kripto Para Fiyat Tahmini</dc:title>
  <dc:subject>PptxGenJS Presentation</dc:subject>
  <dc:creator>PptxGenJS</dc:creator>
  <cp:lastModifiedBy>PptxGenJS</cp:lastModifiedBy>
  <cp:revision>1</cp:revision>
  <dcterms:created xsi:type="dcterms:W3CDTF">2026-04-29T11:09:45Z</dcterms:created>
  <dcterms:modified xsi:type="dcterms:W3CDTF">2026-04-29T11:09:45Z</dcterms:modified>
</cp:coreProperties>
</file>